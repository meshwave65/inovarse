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175"/>
            <a:ext cx="4143375" cy="27622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1209359"/>
            <a:ext cx="4143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Inovarse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4905077" y="3029564"/>
            <a:ext cx="347722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Revolução da Beleza Integral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4572000" y="3736795"/>
            <a:ext cx="41433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Transformando a Estética em uma Jornada de Mente, Corpo e Espírito.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57888" y="4677370"/>
            <a:ext cx="27574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3B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de Parceria Estratégica |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42172"/>
            <a:ext cx="73152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beleza autêntica nasce do equilíbrio entre Mente, Corpo e Espírito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371600" y="243370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busca incessante por padrões estéticos superficiais gera ansiedade e insatisfação crônica.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71600" y="3033778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Ecossistema Inovarse propõe uma transição: da estética pontual para a </a:t>
            </a: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Beleza Integral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71600" y="340525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 missão é educar e guiar clientes em uma jornada de autoconhecimento e bem-estar holístico.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71600" y="4005328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estética é o nosso "convite", mas a </a:t>
            </a: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transformação interna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o nosso verdadeiro produto.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428625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1056438"/>
            <a:ext cx="42862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Ilhas de Captação e Hubs de Estética criam um fluxo contínuo de conversão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572000" y="2365139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Ilhas de Captação: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Pontos em shoppings para triagem inicial e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aplicação do Teste MCE.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572000" y="2853761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Hubs de Estética: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Centros de excelência para avaliação profunda e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execução do programa.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572000" y="3342382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Sinergia: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ilhas geram o fluxo qualificado; os hubs entregam a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transformação e fidelizam.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572000" y="3831003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Integração digital para acompanhamento da jornada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cliente.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9" y="1285875"/>
            <a:ext cx="3571875" cy="2571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79156" y="1427913"/>
            <a:ext cx="4179094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Teste MCE é a bússola que guia a jornada personalizada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679156" y="2548031"/>
            <a:ext cx="41790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Mente: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Avaliação de autoimagem, estresse e equilíbrio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emocional.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679156" y="3036652"/>
            <a:ext cx="41790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Diagnóstico estético avançado e saúde física integrativa.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679156" y="3345256"/>
            <a:ext cx="41790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Espírito: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Conexão com propósito, vitalidade e harmonia interna.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679156" y="3653861"/>
            <a:ext cx="41790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Um plano de ação único para resultados duradouros.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15296"/>
            <a:ext cx="73152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Inovarse está alinhado com os modelos de maior sucesso no mundo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85800" y="2064014"/>
            <a:ext cx="37433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Longevity Suite (Europa)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685800" y="2351549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 em Biohacking e Anti-aging de luxo, focando na longevidade celular e bem-estar de alta performance.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714875" y="2064014"/>
            <a:ext cx="37433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Psychodermatology (EUA/UK)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714875" y="2351549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Clínicas especializadas na conexão científica entre saúde mental e a saúde da pele, tratando a causa emocional.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85800" y="3237374"/>
            <a:ext cx="37433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Adclinic (Brasil)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85800" y="3524910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ecossistema robusto e escalável, validando o modelo de rede e suporte ao parceiro no mercado nacional.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714875" y="3237374"/>
            <a:ext cx="37433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Inovarse (Diferencial)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714875" y="3524910"/>
            <a:ext cx="3743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 tecnologia europeia e a ciência americana com a dimensão do Espírito, criando uma jornada 360° inédita.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914400" y="4339298"/>
            <a:ext cx="7315200" cy="5643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4339298"/>
            <a:ext cx="7315200" cy="7144"/>
          </a:xfrm>
          <a:prstGeom prst="rect">
            <a:avLst/>
          </a:prstGeom>
          <a:solidFill>
            <a:srgbClr val="A3B899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614332"/>
            <a:ext cx="73152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Tendência 2026: A transição definitiva da estética pontual para a longevidade integrativa.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43375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977829"/>
            <a:ext cx="4143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o Ecossistema Inovarse é a escolha superior?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4572000" y="2240821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Abordagem 360°: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Único modelo que integra explicitamente a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dimensão espiritual à estética e saúde mental.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4572000" y="2769459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Captação Ativa: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Estratégia de ilhas em shoppings que não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 apenas de marketing digital passivo.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572000" y="3298096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Fidelização Elevada: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Clientes que cuidam do "interno" 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apresentam melhores resultados e maior retenção.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572000" y="3826734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 Forte: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Nomes como </a:t>
            </a: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 Essentia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885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Lumina MCE</a:t>
            </a:r>
            <a:r>
              <a:rPr lang="en-US" sz="942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transmitem sofisticação e propósito.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34991"/>
            <a:ext cx="73152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Junte-se ao ecossistema que está redefinindo o mercado de bem-estar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143000" y="2483709"/>
            <a:ext cx="685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a Fluxo Qualificado: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Receba clientes já sensibilizados e triados pelas nossas ilhas de 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captação.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1143000" y="3090928"/>
            <a:ext cx="685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Diferenciação de Mercado: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Posicione sua unidade como um centro de estética integrativa de 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vanguarda.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143000" y="3698146"/>
            <a:ext cx="6858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Aumento de Ticket Médio: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Oferta de programas completos em vez de procedimentos isolados.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143000" y="4091053"/>
            <a:ext cx="6858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e Treinamento:</a:t>
            </a:r>
            <a:r>
              <a:rPr lang="en-US" sz="1050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Metodologia Inovarse e certificação exclusiva para sua equipe.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97818"/>
            <a:ext cx="73152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futuro da beleza é integral e o momento de fazer parte é agora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371600" y="3092295"/>
            <a:ext cx="64008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5260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Estamos selecionando parceiros fundamentais para os nossos primeiros Hubs Regionais. Agende uma reunião de viabilidade para sua unidade.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1371600" y="3926663"/>
            <a:ext cx="64008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www.inovarse.com.br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371600" y="4171336"/>
            <a:ext cx="64008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D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contato@inovarse.com.br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2026-04-05T13:03:16Z</dcterms:created>
  <dcterms:modified xsi:type="dcterms:W3CDTF">2026-04-05T13:03:16Z</dcterms:modified>
</cp:coreProperties>
</file>